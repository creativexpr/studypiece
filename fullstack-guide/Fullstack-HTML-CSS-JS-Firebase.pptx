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0acf2cb-2c21-32aa-93b5-6fa4fef17d72}">
          <p14:sldIdLst>
            <p14:sldId id="256"/>
            <p14:sldId id="257"/>
            <p14:sldId id="258"/>
          </p14:sldIdLst>
        </p14:section>
        <p14:section name="Frontend" id="{df1e28c2-e861-9014-25af-6b352161a31e}">
          <p14:sldIdLst>
            <p14:sldId id="259"/>
            <p14:sldId id="260"/>
            <p14:sldId id="261"/>
            <p14:sldId id="262"/>
          </p14:sldIdLst>
        </p14:section>
        <p14:section name="Backend" id="{ee6dc149-da57-5e86-4216-d6cf7d92a99d}">
          <p14:sldIdLst>
            <p14:sldId id="263"/>
            <p14:sldId id="264"/>
            <p14:sldId id="265"/>
            <p14:sldId id="266"/>
            <p14:sldId id="267"/>
          </p14:sldIdLst>
        </p14:section>
        <p14:section name="Template" id="{f1ba0155-16d0-a560-8069-73692d840b87}">
          <p14:sldIdLst>
            <p14:sldId id="268"/>
            <p14:sldId id="269"/>
            <p14:sldId id="270"/>
          </p14:sldIdLst>
        </p14:section>
        <p14:section name="Example: Docs app" id="{29334b0c-5283-115d-0c7a-149e06dce0cb}">
          <p14:sldIdLst>
            <p14:sldId id="271"/>
            <p14:sldId id="272"/>
            <p14:sldId id="273"/>
          </p14:sldIdLst>
        </p14:section>
        <p14:section name="Wrap-up" id="{475569bd-66fa-46fe-c689-730db37e0064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this deck uses the simplest possible tools: plain HTML, CSS and JavaScript files, and Firebase loaded straight from Google's CDN with an import line. No npm, no bundler, no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74520"/>
            <a:ext cx="5394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069080"/>
            <a:ext cx="5120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Full-stack web apps · HTML, CSS, JS &amp; Firebase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THE SIMPLE WAY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Build full-stack web apps with HTML, CSS, JS &amp; Firebase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40690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Three files, no installs, no build tools. Firebase Auth for users, Firestore for data.</a:t>
            </a:r>
            <a:endParaRPr lang="en-US" sz="1800" dirty="0"/>
          </a:p>
        </p:txBody>
      </p:sp>
      <p:pic>
        <p:nvPicPr>
          <p:cNvPr id="5" name="illustration docsmockup" descr="C:\Users\IAR\AppData\Local\Temp\claude\C--Users-IAR-Documents-code-studypiece\5cc0b1ef-2d94-413d-8fa4-df28f4b35d11\scratchpad\img\docsm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417320"/>
            <a:ext cx="5303520" cy="31821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55080" y="4709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What you will build: a minimal documents 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THE BIG PICTURE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layers, each with one job</a:t>
            </a:r>
            <a:endParaRPr lang="en-US" sz="3000" dirty="0"/>
          </a:p>
        </p:txBody>
      </p:sp>
      <p:pic>
        <p:nvPicPr>
          <p:cNvPr id="4" name="illustration architecture" descr="C:\Users\IAR\AppData\Local\Temp\claude\C--Users-IAR-Documents-code-studypiece\5cc0b1ef-2d94-413d-8fa4-df28f4b35d11\scratchpad\img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943600" cy="2971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browser runs your three files. Firebase is the backend, so you don't write or run a server.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949440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141" y="172090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26680" y="158191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HTML: what is on the page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Headings, inputs, buttons, lists.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949440" y="277063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141" y="2891333"/>
            <a:ext cx="307238" cy="3072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726680" y="2752344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CSS: how it looks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Colours, spacing, layout.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949440" y="394106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141" y="4061765"/>
            <a:ext cx="307238" cy="30723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726680" y="3922776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JavaScript: what it does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Reacts to clicks, talks to Firebase, updates the page.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949440" y="5111496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0141" y="5232197"/>
            <a:ext cx="307238" cy="30723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726680" y="509320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Firebase: the backend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Auth remembers who is logged in. Firestore saves the data.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ROADMAP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Six steps from empty folder to live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94460" y="2157984"/>
            <a:ext cx="9400032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0140" y="1883664"/>
            <a:ext cx="548640" cy="54864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20140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69164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834640"/>
            <a:ext cx="1362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Set up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Firebase project + three empty files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00146" y="1883664"/>
            <a:ext cx="548640" cy="54864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00146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28646" y="2697480"/>
            <a:ext cx="169164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93238" y="2834640"/>
            <a:ext cx="1362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HTML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Write the page's elements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80153" y="1883664"/>
            <a:ext cx="548640" cy="54864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80153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8653" y="2697480"/>
            <a:ext cx="169164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73245" y="2834640"/>
            <a:ext cx="1362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CSS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Make it look good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760159" y="1883664"/>
            <a:ext cx="548640" cy="54864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0159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88659" y="2697480"/>
            <a:ext cx="169164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3251" y="2834640"/>
            <a:ext cx="1362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DOM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Make it react with JavaScript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640166" y="1883664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40166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68666" y="2697480"/>
            <a:ext cx="1691640" cy="1280160"/>
          </a:xfrm>
          <a:prstGeom prst="roundRect">
            <a:avLst>
              <a:gd name="adj" fmla="val 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33258" y="2834640"/>
            <a:ext cx="1362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Firebase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Log users in, save their data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520172" y="1883664"/>
            <a:ext cx="548640" cy="54864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20172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948672" y="2697480"/>
            <a:ext cx="169164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113264" y="2834640"/>
            <a:ext cx="1362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Ship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Protect the data, put it online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11091672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3891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whole app is 3 files: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index.html, style.css and app.js.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Steps 2–4 work offline. Step 5 connects to the cloud.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STEP 1 · SET 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Create the project and three files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 the Firebase console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020824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console.firebase.google.com → Add project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07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770632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Click the web icon &lt;/&gt; to add a web app, then copy the config it shows you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557016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520440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Authentication → Sign-in method → turn on Email/Password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306824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306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270248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Firestore Database → Create database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 your computer</a:t>
            </a:r>
            <a:endParaRPr lang="en-US" sz="1800" dirty="0"/>
          </a:p>
        </p:txBody>
      </p:sp>
      <p:sp>
        <p:nvSpPr>
          <p:cNvPr id="18" name="code panel folder"/>
          <p:cNvSpPr/>
          <p:nvPr/>
        </p:nvSpPr>
        <p:spPr>
          <a:xfrm>
            <a:off x="6126480" y="2057400"/>
            <a:ext cx="551383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91072" y="2185416"/>
            <a:ext cx="5184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folder</a:t>
            </a:r>
            <a:endParaRPr lang="en-US" sz="1000" dirty="0"/>
          </a:p>
        </p:txBody>
      </p:sp>
      <p:sp>
        <p:nvSpPr>
          <p:cNvPr id="20" name="code folder"/>
          <p:cNvSpPr txBox="1"/>
          <p:nvPr/>
        </p:nvSpPr>
        <p:spPr>
          <a:xfrm>
            <a:off x="6291072" y="2478024"/>
            <a:ext cx="5239512" cy="96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does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794760"/>
            <a:ext cx="5513832" cy="1417320"/>
          </a:xfrm>
          <a:prstGeom prst="roundRect">
            <a:avLst>
              <a:gd name="adj" fmla="val 645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27648" y="3794760"/>
            <a:ext cx="51114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 locally: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the folder in VS Code and click "Go Live" (Live Server extension). Opening index.html by double-click won't work, because JS modules need a web server.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00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Nothing to install for Firebase: app.js imports it from Google's CDN (step 5).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STEP 2 · HTML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HTML is the structure: boxes inside boxes</a:t>
            </a:r>
            <a:endParaRPr lang="en-US" sz="3000" dirty="0"/>
          </a:p>
        </p:txBody>
      </p:sp>
      <p:sp>
        <p:nvSpPr>
          <p:cNvPr id="4" name="code panel index.html"/>
          <p:cNvSpPr/>
          <p:nvPr/>
        </p:nvSpPr>
        <p:spPr>
          <a:xfrm>
            <a:off x="548640" y="1508760"/>
            <a:ext cx="557784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36776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6" name="code index.html"/>
          <p:cNvSpPr txBox="1"/>
          <p:nvPr/>
        </p:nvSpPr>
        <p:spPr>
          <a:xfrm>
            <a:off x="713232" y="1929384"/>
            <a:ext cx="5303520" cy="4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setup the user doesn't see --&gt;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&lt;/title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"stylesheet"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"style.css"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"module"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"app.js"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what the user sees --&gt;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&lt;/h1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"login-view"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"list"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</p:txBody>
      </p:sp>
      <p:pic>
        <p:nvPicPr>
          <p:cNvPr id="7" name="illustration anatomy" descr="C:\Users\IAR\AppData\Local\Temp\claude\C--Users-IAR-Documents-code-studypiece\5cc0b1ef-2d94-413d-8fa4-df28f4b35d11\scratchpad\img\anatom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508760"/>
            <a:ext cx="5148072" cy="31089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92240" y="4754880"/>
            <a:ext cx="5148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tag opens and closes: &lt;h1&gt;Title&lt;/h1&gt;. Tags inside tags make the structure.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&lt;head&gt; links the CSS and JS files. &lt;body&gt; is the visible page.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Give an element an id so JavaScript can find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STEP 3 · CSS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CSS picks elements, then sets how they look</a:t>
            </a:r>
            <a:endParaRPr lang="en-US" sz="3000" dirty="0"/>
          </a:p>
        </p:txBody>
      </p:sp>
      <p:sp>
        <p:nvSpPr>
          <p:cNvPr id="4" name="code panel style.css"/>
          <p:cNvSpPr/>
          <p:nvPr/>
        </p:nvSpPr>
        <p:spPr>
          <a:xfrm>
            <a:off x="548640" y="1508760"/>
            <a:ext cx="55778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36776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6" name="code style.css"/>
          <p:cNvSpPr txBox="1"/>
          <p:nvPr/>
        </p:nvSpPr>
        <p:spPr>
          <a:xfrm>
            <a:off x="713232" y="1929384"/>
            <a:ext cx="5303520" cy="1517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selector { property: value; } */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{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font-family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 tag   */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24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        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 class */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crimson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       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an id   */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        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layout  */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22192"/>
            <a:ext cx="5029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Link it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&lt;link rel="stylesheet" href="style.css"&gt; in the &lt;head&gt;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645152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626864"/>
            <a:ext cx="5029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Select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selector picks elements: by tag, .class or #id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449824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449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431536"/>
            <a:ext cx="5029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Style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property: value sets one thing, like color or padding</a:t>
            </a:r>
            <a:endParaRPr lang="en-US" sz="1500" dirty="0"/>
          </a:p>
        </p:txBody>
      </p:sp>
      <p:pic>
        <p:nvPicPr>
          <p:cNvPr id="16" name="illustration boxmodel" descr="C:\Users\IAR\AppData\Local\Temp\claude\C--Users-IAR-Documents-code-studypiece\5cc0b1ef-2d94-413d-8fa4-df28f4b35d11\scratchpad\img\box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508760"/>
            <a:ext cx="4846320" cy="290779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629400" y="4572000"/>
            <a:ext cx="5010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Every element is a box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padding = space inside the border, margin = space outside it.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5440680"/>
            <a:ext cx="5010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When two rules clash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#id beats .class beats tag. If they tie, the rule written last wins.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STEP 4 · THE DOM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JavaScript changes the page through the DOM</a:t>
            </a:r>
            <a:endParaRPr lang="en-US" sz="3000" dirty="0"/>
          </a:p>
        </p:txBody>
      </p:sp>
      <p:pic>
        <p:nvPicPr>
          <p:cNvPr id="4" name="illustration domtree" descr="C:\Users\IAR\AppData\Local\Temp\claude\C--Users-IAR-Documents-code-studypiece\5cc0b1ef-2d94-413d-8fa4-df28f4b35d11\scratchpad\img\dom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669280" cy="2523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3434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browser turns your HTML into a tree of objects called the DOM. JavaScript can find any of them, react to clicks on them, and add or change them. The page updates instantly.</a:t>
            </a:r>
            <a:endParaRPr lang="en-US" sz="1400" dirty="0"/>
          </a:p>
        </p:txBody>
      </p:sp>
      <p:sp>
        <p:nvSpPr>
          <p:cNvPr id="6" name="code panel app.js"/>
          <p:cNvSpPr/>
          <p:nvPr/>
        </p:nvSpPr>
        <p:spPr>
          <a:xfrm>
            <a:off x="6492240" y="1508760"/>
            <a:ext cx="5148072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56832" y="1636776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1000" dirty="0"/>
          </a:p>
        </p:txBody>
      </p:sp>
      <p:sp>
        <p:nvSpPr>
          <p:cNvPr id="8" name="code app.js"/>
          <p:cNvSpPr txBox="1"/>
          <p:nvPr/>
        </p:nvSpPr>
        <p:spPr>
          <a:xfrm>
            <a:off x="6656832" y="1929384"/>
            <a:ext cx="4873752" cy="2340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Find an element by its id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"list"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Run code when it's clicked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() =&gt;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Make a new element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createElement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textContent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"New item"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Put it on the page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92240" y="4526280"/>
            <a:ext cx="5148072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93408" y="4526280"/>
            <a:ext cx="4745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Four moves do almost everything: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find, listen, create, update.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STEP 5 · CONNECT FIREBASE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Load Firebase with one import line, no installs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90472"/>
            <a:ext cx="30632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type="module"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This attribute on the script tag lets app.js use import.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06040"/>
            <a:ext cx="30632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Import from the CDN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Paste Google's URL into the import. The browser downloads it.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39896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721608"/>
            <a:ext cx="30632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Paste your config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From the console (step 1). It tells Firebase which project is yours.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3611880" cy="1280160"/>
          </a:xfrm>
          <a:prstGeom prst="roundRect">
            <a:avLst>
              <a:gd name="adj" fmla="val 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4983480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Is apiKey a secret?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No. It only names your project. Your data is protected by login + rules (step 6).</a:t>
            </a:r>
            <a:endParaRPr lang="en-US" sz="1300" dirty="0"/>
          </a:p>
        </p:txBody>
      </p:sp>
      <p:sp>
        <p:nvSpPr>
          <p:cNvPr id="15" name="code panel index.html"/>
          <p:cNvSpPr/>
          <p:nvPr/>
        </p:nvSpPr>
        <p:spPr>
          <a:xfrm>
            <a:off x="4434840" y="1508760"/>
            <a:ext cx="720547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99432" y="1636776"/>
            <a:ext cx="6876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17" name="code index.html"/>
          <p:cNvSpPr txBox="1"/>
          <p:nvPr/>
        </p:nvSpPr>
        <p:spPr>
          <a:xfrm>
            <a:off x="4599432" y="1929384"/>
            <a:ext cx="693115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"module"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"app.js"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18" name="code panel app.js (top)"/>
          <p:cNvSpPr/>
          <p:nvPr/>
        </p:nvSpPr>
        <p:spPr>
          <a:xfrm>
            <a:off x="4434840" y="2468880"/>
            <a:ext cx="7205472" cy="3794760"/>
          </a:xfrm>
          <a:prstGeom prst="roundRect">
            <a:avLst>
              <a:gd name="adj" fmla="val 19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9432" y="2596896"/>
            <a:ext cx="6876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 (top)</a:t>
            </a:r>
            <a:endParaRPr lang="en-US" sz="1000" dirty="0"/>
          </a:p>
        </p:txBody>
      </p:sp>
      <p:sp>
        <p:nvSpPr>
          <p:cNvPr id="20" name="code app.js (top)"/>
          <p:cNvSpPr txBox="1"/>
          <p:nvPr/>
        </p:nvSpPr>
        <p:spPr>
          <a:xfrm>
            <a:off x="4599432" y="2889504"/>
            <a:ext cx="6931152" cy="330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Import Firebase from the CDN (no install, no build step)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initializeApp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"https://www.gstatic.com/firebasejs/10.12.2/firebase-app.js"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getAuth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onAuthStateChanged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createUserWithEmailAndPassword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signInWithEmailAndPassword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signOut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"https://www.gstatic.com/firebasejs/10.12.2/firebase-auth.js"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getFirestore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addDoc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deleteDoc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onSnapshot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"https://www.gstatic.com/firebasejs/10.12.2/firebase-firestore.js"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Connect to your project (copy this from the Firebase console)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initializeApp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apiKey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"YOUR_API_KEY"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authDomain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"your-app.firebaseapp.com"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"your-app"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"YOUR_APP_ID"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getAuth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getFirestore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STEP 5 · AUTHENTICATION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Log users in with three Firebase functions</a:t>
            </a:r>
            <a:endParaRPr lang="en-US" sz="3000" dirty="0"/>
          </a:p>
        </p:txBody>
      </p:sp>
      <p:pic>
        <p:nvPicPr>
          <p:cNvPr id="4" name="illustration authflow" descr="C:\Users\IAR\AppData\Local\Temp\claude\C--Users-IAR-Documents-code-studypiece\5cc0b1ef-2d94-413d-8fa4-df28f4b35d11\scratchpad\img\auth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9098280" cy="1371600"/>
          </a:xfrm>
          <a:prstGeom prst="rect">
            <a:avLst/>
          </a:prstGeom>
        </p:spPr>
      </p:pic>
      <p:sp>
        <p:nvSpPr>
          <p:cNvPr id="5" name="code panel app.js · buttons"/>
          <p:cNvSpPr/>
          <p:nvPr/>
        </p:nvSpPr>
        <p:spPr>
          <a:xfrm>
            <a:off x="548640" y="3063240"/>
            <a:ext cx="576072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3191256"/>
            <a:ext cx="5431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 · buttons</a:t>
            </a:r>
            <a:endParaRPr lang="en-US" sz="1000" dirty="0"/>
          </a:p>
        </p:txBody>
      </p:sp>
      <p:sp>
        <p:nvSpPr>
          <p:cNvPr id="7" name="code app.js · buttons"/>
          <p:cNvSpPr txBox="1"/>
          <p:nvPr/>
        </p:nvSpPr>
        <p:spPr>
          <a:xfrm>
            <a:off x="713232" y="3483864"/>
            <a:ext cx="5486400" cy="270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Sign up, log in, log out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"signup"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() =&gt;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createUserWithEmailAndPassword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textContent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() =&gt;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signInWithEmailAndPassword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textContent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logoutBtn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() =&gt;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signOut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000" dirty="0"/>
          </a:p>
        </p:txBody>
      </p:sp>
      <p:sp>
        <p:nvSpPr>
          <p:cNvPr id="8" name="code panel app.js · react to login / logout"/>
          <p:cNvSpPr/>
          <p:nvPr/>
        </p:nvSpPr>
        <p:spPr>
          <a:xfrm>
            <a:off x="6492240" y="3063240"/>
            <a:ext cx="5148072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56832" y="3191256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 · react to login / logout</a:t>
            </a:r>
            <a:endParaRPr lang="en-US" sz="1000" dirty="0"/>
          </a:p>
        </p:txBody>
      </p:sp>
      <p:sp>
        <p:nvSpPr>
          <p:cNvPr id="10" name="code app.js · react to login / logout"/>
          <p:cNvSpPr txBox="1"/>
          <p:nvPr/>
        </p:nvSpPr>
        <p:spPr>
          <a:xfrm>
            <a:off x="6656832" y="3483864"/>
            <a:ext cx="4873752" cy="270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5. Show the right view when the user logs in or out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stopListening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onAuthStateChanged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=&gt;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loginView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appView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logoutBtn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showItems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loginView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appView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logoutBtn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stopListening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stopListening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875520" y="1490472"/>
            <a:ext cx="17647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try / catch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shows Firebase's error (wrong password, etc.) on the page.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STEP 5 · FIRESTORE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Firestore saves data as documents in collections</a:t>
            </a:r>
            <a:endParaRPr lang="en-US" sz="3000" dirty="0"/>
          </a:p>
        </p:txBody>
      </p:sp>
      <p:pic>
        <p:nvPicPr>
          <p:cNvPr id="4" name="illustration firestore" descr="C:\Users\IAR\AppData\Local\Temp\claude\C--Users-IAR-Documents-code-studypiece\5cc0b1ef-2d94-413d-8fa4-df28f4b35d11\scratchpad\img\fire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675120" cy="2423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06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Like folders and files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collection ("items") holds documents. A document holds fields, like a JS object.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4206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Store the user's uid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Saving uid on each item lets you load only that user's items, and lock them with rules.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508760"/>
          <a:ext cx="4050792" cy="914400"/>
        </p:xfrm>
        <a:graphic>
          <a:graphicData uri="http://schemas.openxmlformats.org/drawingml/2006/table">
            <a:tbl>
              <a:tblPr/>
              <a:tblGrid>
                <a:gridCol w="2130552"/>
                <a:gridCol w="1920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Save a new item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addDoc()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items, live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onSnapshot()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an item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updateDoc()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 an item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deleteDoc()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589520" y="4480560"/>
            <a:ext cx="4050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onSnapshot calls your function again every time the data changes, so the list on screen is always up to date.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STEP 5 · FIRESTORE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Save, show and delete items</a:t>
            </a:r>
            <a:endParaRPr lang="en-US" sz="3000" dirty="0"/>
          </a:p>
        </p:txBody>
      </p:sp>
      <p:sp>
        <p:nvSpPr>
          <p:cNvPr id="4" name="code panel app.js · save"/>
          <p:cNvSpPr/>
          <p:nvPr/>
        </p:nvSpPr>
        <p:spPr>
          <a:xfrm>
            <a:off x="548640" y="1508760"/>
            <a:ext cx="544068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36776"/>
            <a:ext cx="5111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 · save</a:t>
            </a:r>
            <a:endParaRPr lang="en-US" sz="1000" dirty="0"/>
          </a:p>
        </p:txBody>
      </p:sp>
      <p:sp>
        <p:nvSpPr>
          <p:cNvPr id="6" name="code app.js · save"/>
          <p:cNvSpPr txBox="1"/>
          <p:nvPr/>
        </p:nvSpPr>
        <p:spPr>
          <a:xfrm>
            <a:off x="713232" y="1929384"/>
            <a:ext cx="5166360" cy="147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6. Firestore: add, show (live) and delete items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() =&gt;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newItem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addDoc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"items"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newItem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currentUser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newItem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3730752"/>
            <a:ext cx="49286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collection(db, "items")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Which collection to use. Created automatically on first save.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590288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590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4572000"/>
            <a:ext cx="49286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query + where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Only this user's items.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431536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431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" y="5413248"/>
            <a:ext cx="49286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onSnapshot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Clear the list, add one &lt;li&gt; per item. textContent keeps it plain, safe text.</a:t>
            </a:r>
            <a:endParaRPr lang="en-US" sz="1400" dirty="0"/>
          </a:p>
        </p:txBody>
      </p:sp>
      <p:sp>
        <p:nvSpPr>
          <p:cNvPr id="16" name="code panel app.js · show + delete"/>
          <p:cNvSpPr/>
          <p:nvPr/>
        </p:nvSpPr>
        <p:spPr>
          <a:xfrm>
            <a:off x="6172200" y="1508760"/>
            <a:ext cx="5468112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36792" y="1636776"/>
            <a:ext cx="5138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 · show + delete</a:t>
            </a:r>
            <a:endParaRPr lang="en-US" sz="1000" dirty="0"/>
          </a:p>
        </p:txBody>
      </p:sp>
      <p:sp>
        <p:nvSpPr>
          <p:cNvPr id="18" name="code app.js · show + delete"/>
          <p:cNvSpPr txBox="1"/>
          <p:nvPr/>
        </p:nvSpPr>
        <p:spPr>
          <a:xfrm>
            <a:off x="6336792" y="1929384"/>
            <a:ext cx="5193792" cy="4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showItems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myItems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"items"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"uid"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"=="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onSnapshot runs now AND every time the data changes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stopListening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onSnapshot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myItems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=&gt;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innerHTML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=&gt;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createElement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textContent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createElement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"button"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textContent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"Delete"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() =&gt;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deleteDoc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"items"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STEP 6 · SHIP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Protect the data, then put it online</a:t>
            </a:r>
            <a:endParaRPr lang="en-US" sz="3000" dirty="0"/>
          </a:p>
        </p:txBody>
      </p:sp>
      <p:sp>
        <p:nvSpPr>
          <p:cNvPr id="4" name="code panel firestore.rules (paste in console → Firestore → Rules)"/>
          <p:cNvSpPr/>
          <p:nvPr/>
        </p:nvSpPr>
        <p:spPr>
          <a:xfrm>
            <a:off x="548640" y="1508760"/>
            <a:ext cx="694944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36776"/>
            <a:ext cx="6620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firestore.rules (paste in console → Firestore → Rules)</a:t>
            </a:r>
            <a:endParaRPr lang="en-US" sz="1000" dirty="0"/>
          </a:p>
        </p:txBody>
      </p:sp>
      <p:sp>
        <p:nvSpPr>
          <p:cNvPr id="6" name="code firestore.rules (paste in console → Firestore → Rules)"/>
          <p:cNvSpPr txBox="1"/>
          <p:nvPr/>
        </p:nvSpPr>
        <p:spPr>
          <a:xfrm>
            <a:off x="713232" y="1929384"/>
            <a:ext cx="6675120" cy="2203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rules_version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firestore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}/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Each item belongs to the user whose uid is stored on it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 plain words: you can only see or change an item if its uid is yours.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5846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80160" y="48920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Rules run on Google's servers. Anyone can edit JavaScript in their browser, but nobody can get past the rules.</a:t>
            </a:r>
            <a:endParaRPr lang="en-US" sz="1400" dirty="0"/>
          </a:p>
        </p:txBody>
      </p:sp>
      <p:sp>
        <p:nvSpPr>
          <p:cNvPr id="11" name="code panel terminal"/>
          <p:cNvSpPr/>
          <p:nvPr/>
        </p:nvSpPr>
        <p:spPr>
          <a:xfrm>
            <a:off x="7772400" y="1508760"/>
            <a:ext cx="386791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36992" y="1636776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3" name="code terminal"/>
          <p:cNvSpPr txBox="1"/>
          <p:nvPr/>
        </p:nvSpPr>
        <p:spPr>
          <a:xfrm>
            <a:off x="7936992" y="1929384"/>
            <a:ext cx="3593592" cy="1106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public folder: .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329184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app is now live at your-app.web.app.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772400" y="4114800"/>
            <a:ext cx="3867912" cy="1280160"/>
          </a:xfrm>
          <a:prstGeom prst="roundRect">
            <a:avLst>
              <a:gd name="adj" fmla="val 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73568" y="4114800"/>
            <a:ext cx="3465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Other hosts work too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(e.g. Netlify Drop). Add their domain in Authentication → Settings → Authorized domains.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THE REUSABLE TEMPLATE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files you can turn into any app</a:t>
            </a:r>
            <a:endParaRPr lang="en-US" sz="3000" dirty="0"/>
          </a:p>
        </p:txBody>
      </p:sp>
      <p:pic>
        <p:nvPicPr>
          <p:cNvPr id="4" name="illustration filemap" descr="C:\Users\IAR\AppData\Local\Temp\claude\C--Users-IAR-Documents-code-studypiece\5cc0b1ef-2d94-413d-8fa4-df28f4b35d11\scratchpad\img\fil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029200" cy="33558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29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template is everything from steps 2–6: a login screen and a live list saved in Firestore.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 make a new app from it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035040" y="2057400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039112"/>
            <a:ext cx="5056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Copy the folder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Paste your own config into app.js (section 2)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035040" y="2880360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862072"/>
            <a:ext cx="5056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Change the HTML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Swap the inputs in #app-view for the ones your app needs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035040" y="3703320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504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3685032"/>
            <a:ext cx="5056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Change the data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 section 6, rename "items" and the fields you save and show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035040" y="4526280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4507992"/>
            <a:ext cx="5056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Update the rules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Use the same collection name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035040" y="5349240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350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5330952"/>
            <a:ext cx="5056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Deploy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firebase deploy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TEMPLATE · INDEX.HTML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index.html: a login view and an app view</a:t>
            </a:r>
            <a:endParaRPr lang="en-US" sz="3000" dirty="0"/>
          </a:p>
        </p:txBody>
      </p:sp>
      <p:sp>
        <p:nvSpPr>
          <p:cNvPr id="4" name="code panel index.html (1/2)"/>
          <p:cNvSpPr/>
          <p:nvPr/>
        </p:nvSpPr>
        <p:spPr>
          <a:xfrm>
            <a:off x="548640" y="1508760"/>
            <a:ext cx="5486400" cy="288036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36776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(1/2)</a:t>
            </a:r>
            <a:endParaRPr lang="en-US" sz="1000" dirty="0"/>
          </a:p>
        </p:txBody>
      </p:sp>
      <p:sp>
        <p:nvSpPr>
          <p:cNvPr id="6" name="code index.html (1/2)"/>
          <p:cNvSpPr txBox="1"/>
          <p:nvPr/>
        </p:nvSpPr>
        <p:spPr>
          <a:xfrm>
            <a:off x="713232" y="1929384"/>
            <a:ext cx="5212080" cy="2386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charset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"viewport"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"width=device-width, initial-scale=1"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"stylesheet"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"style.css"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"module"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"app.js"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&lt;/h1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"logout"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7" name="code panel index.html (2/2)"/>
          <p:cNvSpPr/>
          <p:nvPr/>
        </p:nvSpPr>
        <p:spPr>
          <a:xfrm>
            <a:off x="6217920" y="1508760"/>
            <a:ext cx="5422392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636776"/>
            <a:ext cx="5093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(2/2)</a:t>
            </a:r>
            <a:endParaRPr lang="en-US" sz="1000" dirty="0"/>
          </a:p>
        </p:txBody>
      </p:sp>
      <p:sp>
        <p:nvSpPr>
          <p:cNvPr id="9" name="code index.html (2/2)"/>
          <p:cNvSpPr txBox="1"/>
          <p:nvPr/>
        </p:nvSpPr>
        <p:spPr>
          <a:xfrm>
            <a:off x="6382512" y="1929384"/>
            <a:ext cx="5148072" cy="2935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Shown when logged out --&gt;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"login-view"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"signup"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Shown when logged in --&gt;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"app-view"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"new-item"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"New item"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"list"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17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Two views, one page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JavaScript shows one section and hides the other with the hidden attribute: no page reloads.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5321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Every button has an id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That's how app.js finds it: document.getElementById("login").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TEMPLATE · STYLE.CSS + APP.JS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style.css, and how app.js is organised</a:t>
            </a:r>
            <a:endParaRPr lang="en-US" sz="3000" dirty="0"/>
          </a:p>
        </p:txBody>
      </p:sp>
      <p:sp>
        <p:nvSpPr>
          <p:cNvPr id="4" name="code panel style.css"/>
          <p:cNvSpPr/>
          <p:nvPr/>
        </p:nvSpPr>
        <p:spPr>
          <a:xfrm>
            <a:off x="548640" y="1508760"/>
            <a:ext cx="594360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36776"/>
            <a:ext cx="5614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6" name="code style.css"/>
          <p:cNvSpPr txBox="1"/>
          <p:nvPr/>
        </p:nvSpPr>
        <p:spPr>
          <a:xfrm>
            <a:off x="713232" y="1929384"/>
            <a:ext cx="5669280" cy="4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font-family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#1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f2328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640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40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0 16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8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6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8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14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6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#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e8710a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{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0;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{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10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border-bottom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list-style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crimson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app.js in six sections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766560" y="2057400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202082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Import Firebase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from the CDN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0" y="2020824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same in every 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2743200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270662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Connect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your config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0" y="2706624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3429000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339242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Grab elements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getElementById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0" y="3392424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your ids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4114800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07822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Sign up / in / out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button clicks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332720" y="4078224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4800600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4800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476402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views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onAuthStateChanged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332720" y="4764024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same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66560" y="5486400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66560" y="5486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544982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Your data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add, show, delete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332720" y="5449824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your app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608076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Orange steps are the only parts you change.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EXAMPLE · DOCS APP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minimal Google Docs, built from the template</a:t>
            </a:r>
            <a:endParaRPr lang="en-US" sz="3000" dirty="0"/>
          </a:p>
        </p:txBody>
      </p:sp>
      <p:pic>
        <p:nvPicPr>
          <p:cNvPr id="4" name="illustration docsmockup" descr="C:\Users\IAR\AppData\Local\Temp\claude\C--Users-IAR-Documents-code-studypiece\5cc0b1ef-2d94-413d-8fa4-df28f4b35d11\scratchpad\img\docsm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309360" cy="3785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406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Sections 1–5 of app.js are copied unchanged. Only the HTML, the CSS and section 6 are new.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223760" y="1508760"/>
            <a:ext cx="44165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Sidebar: a live list of your documents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white "page" you type on (contenteditable)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Autosave 1 second after you stop typing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Ctrl+B and Ctrl+I already work in the page</a:t>
            </a:r>
            <a:endParaRPr lang="en-US" sz="1500" dirty="0"/>
          </a:p>
        </p:txBody>
      </p:sp>
      <p:sp>
        <p:nvSpPr>
          <p:cNvPr id="7" name="code panel one Firestore document"/>
          <p:cNvSpPr/>
          <p:nvPr/>
        </p:nvSpPr>
        <p:spPr>
          <a:xfrm>
            <a:off x="7223760" y="3611880"/>
            <a:ext cx="441655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88352" y="3739896"/>
            <a:ext cx="4087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Firestore document</a:t>
            </a:r>
            <a:endParaRPr lang="en-US" sz="1000" dirty="0"/>
          </a:p>
        </p:txBody>
      </p:sp>
      <p:sp>
        <p:nvSpPr>
          <p:cNvPr id="9" name="code one Firestore document"/>
          <p:cNvSpPr txBox="1"/>
          <p:nvPr/>
        </p:nvSpPr>
        <p:spPr>
          <a:xfrm>
            <a:off x="7388352" y="4032504"/>
            <a:ext cx="4142232" cy="92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"Project proposal"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"&lt;b&gt;Goals&lt;/b&gt;&lt;div&gt;...&lt;/div&gt;"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"7HcQ2x..."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5212080"/>
            <a:ext cx="4416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Rules: the same as the template, with "docs" instead of "items".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EXAMPLE · DOCS APP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Layout: a sidebar and a paper page</a:t>
            </a:r>
            <a:endParaRPr lang="en-US" sz="3000" dirty="0"/>
          </a:p>
        </p:txBody>
      </p:sp>
      <p:sp>
        <p:nvSpPr>
          <p:cNvPr id="4" name="code panel index.html · the new #app-view"/>
          <p:cNvSpPr/>
          <p:nvPr/>
        </p:nvSpPr>
        <p:spPr>
          <a:xfrm>
            <a:off x="548640" y="1508760"/>
            <a:ext cx="51206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36776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· the new #app-view</a:t>
            </a:r>
            <a:endParaRPr lang="en-US" sz="1000" dirty="0"/>
          </a:p>
        </p:txBody>
      </p:sp>
      <p:sp>
        <p:nvSpPr>
          <p:cNvPr id="6" name="code index.html · the new #app-view"/>
          <p:cNvSpPr txBox="1"/>
          <p:nvPr/>
        </p:nvSpPr>
        <p:spPr>
          <a:xfrm>
            <a:off x="713232" y="1929384"/>
            <a:ext cx="4846320" cy="1883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"app-view"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"new-doc"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"doc-list"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&lt;/aside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"title"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"Untitled"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&lt;small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"status"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&lt;/small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"page"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contenteditable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contenteditable="true"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turns a plain &lt;div&gt; into a text editor. No library needed.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749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Why the [hidden] rule?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display: grid would override the hidden attribute, so we hide it again explicitly.</a:t>
            </a:r>
            <a:endParaRPr lang="en-US" sz="1500" dirty="0"/>
          </a:p>
        </p:txBody>
      </p:sp>
      <p:sp>
        <p:nvSpPr>
          <p:cNvPr id="9" name="code panel style.css · added rules"/>
          <p:cNvSpPr/>
          <p:nvPr/>
        </p:nvSpPr>
        <p:spPr>
          <a:xfrm>
            <a:off x="5897880" y="1508760"/>
            <a:ext cx="5742432" cy="393192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62472" y="1636776"/>
            <a:ext cx="5413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 · added rules</a:t>
            </a:r>
            <a:endParaRPr lang="en-US" sz="1000" dirty="0"/>
          </a:p>
        </p:txBody>
      </p:sp>
      <p:sp>
        <p:nvSpPr>
          <p:cNvPr id="11" name="code style.css · added rules"/>
          <p:cNvSpPr txBox="1"/>
          <p:nvPr/>
        </p:nvSpPr>
        <p:spPr>
          <a:xfrm>
            <a:off x="6062472" y="1929384"/>
            <a:ext cx="5468112" cy="3438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Two columns: sidebar + editor */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220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32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{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0;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list-style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8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#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eceef1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24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70%;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#6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b7280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The "paper" */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min-height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900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margin-top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16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64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box-shadow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0 1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rgba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0, 0, 0.15);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EXAMPLE · DOCS APP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Create, open and autosave documents</a:t>
            </a:r>
            <a:endParaRPr lang="en-US" sz="3000" dirty="0"/>
          </a:p>
        </p:txBody>
      </p:sp>
      <p:sp>
        <p:nvSpPr>
          <p:cNvPr id="4" name="code panel app.js · section 6"/>
          <p:cNvSpPr/>
          <p:nvPr/>
        </p:nvSpPr>
        <p:spPr>
          <a:xfrm>
            <a:off x="548640" y="1508760"/>
            <a:ext cx="5806440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36776"/>
            <a:ext cx="5477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 · section 6</a:t>
            </a:r>
            <a:endParaRPr lang="en-US" sz="1000" dirty="0"/>
          </a:p>
        </p:txBody>
      </p:sp>
      <p:sp>
        <p:nvSpPr>
          <p:cNvPr id="6" name="code app.js · section 6"/>
          <p:cNvSpPr txBox="1"/>
          <p:nvPr/>
        </p:nvSpPr>
        <p:spPr>
          <a:xfrm>
            <a:off x="713232" y="1929384"/>
            <a:ext cx="5532120" cy="3163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6. Documents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id of the open document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a new, empty document and open it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"new-doc"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() =&gt;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newDoc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addDoc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"docs"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"Untitled"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currentUser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openDoc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newDoc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"Untitled"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Put a document into the editor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openDoc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titleInput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innerHTML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code panel app.js · autosave"/>
          <p:cNvSpPr/>
          <p:nvPr/>
        </p:nvSpPr>
        <p:spPr>
          <a:xfrm>
            <a:off x="6537960" y="1508760"/>
            <a:ext cx="5102352" cy="288036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2552" y="1636776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 · autosave</a:t>
            </a:r>
            <a:endParaRPr lang="en-US" sz="1000" dirty="0"/>
          </a:p>
        </p:txBody>
      </p:sp>
      <p:sp>
        <p:nvSpPr>
          <p:cNvPr id="9" name="code app.js · autosave"/>
          <p:cNvSpPr txBox="1"/>
          <p:nvPr/>
        </p:nvSpPr>
        <p:spPr>
          <a:xfrm>
            <a:off x="6702552" y="1929384"/>
            <a:ext cx="4828032" cy="2386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Autosave: wait until typing stops for 1 second, then save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textContent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"Saving..."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clearTimeout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() =&gt;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updateDoc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"docs"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titleInput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innerHTML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textContent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"Saved"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1000);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titleInput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"input"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"input"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4572000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How autosave works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Each keystroke cancels the last timer and starts a new 1-second one, so it saves once you pause, not on every key.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5486400"/>
            <a:ext cx="5102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The sidebar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showDocs() is the template's showItems() with "docs": each &lt;li&gt; opens its document when clicked.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4924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updateDoc() changes the fields you pass and leaves the rest alone.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recipe, any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93976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09928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94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HTML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Elements with ids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98064" y="1508760"/>
            <a:ext cx="2093976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9232" y="1709928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9232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2194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CSS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Selectors + properties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47488" y="1508760"/>
            <a:ext cx="2093976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48656" y="1709928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48656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2194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DOM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Find, listen, create, update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96912" y="1508760"/>
            <a:ext cx="2093976" cy="160020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1709928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2194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Firebase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Import from CDN, Auth + Firestore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46336" y="1508760"/>
            <a:ext cx="2093976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47504" y="1709928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47504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747504" y="2194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Ship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Rules + firebase deploy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Ideas for what to add next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48640" y="4069080"/>
            <a:ext cx="3575304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422452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Google sign-in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signInWithPopup(auth, new GoogleAuthProvider())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06824" y="4069080"/>
            <a:ext cx="3575304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07992" y="422452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Sort by date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Save a date field and sort the list in JavaScript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65008" y="4069080"/>
            <a:ext cx="3575304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66176" y="422452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Share a doc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Save a list of emails on it and allow them in the rules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" y="5577840"/>
            <a:ext cx="10689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Code: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template and the docs app are in the template/ and docs-app/ folders next to this deck.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 Firebase">
  <a:themeElements>
    <a:clrScheme name="Minimal Firebase">
      <a:dk1>
        <a:srgbClr val="1F2328"/>
      </a:dk1>
      <a:lt1>
        <a:srgbClr val="FFFFFF"/>
      </a:lt1>
      <a:dk2>
        <a:srgbClr val="6B7280"/>
      </a:dk2>
      <a:lt2>
        <a:srgbClr val="F6F7F9"/>
      </a:lt2>
      <a:accent1>
        <a:srgbClr val="E8710A"/>
      </a:accent1>
      <a:accent2>
        <a:srgbClr val="FDF0E6"/>
      </a:accent2>
      <a:accent3>
        <a:srgbClr val="E5E7EB"/>
      </a:accent3>
      <a:accent4>
        <a:srgbClr val="2563EB"/>
      </a:accent4>
      <a:accent5>
        <a:srgbClr val="116329"/>
      </a:accent5>
      <a:accent6>
        <a:srgbClr val="CF222E"/>
      </a:accent6>
      <a:hlink>
        <a:srgbClr val="2563EB"/>
      </a:hlink>
      <a:folHlink>
        <a:srgbClr val="6B7280"/>
      </a:folHlink>
    </a:clrScheme>
    <a:fontScheme name="Minimal Firebas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full-stack web apps with HTML, CSS, JS &amp; Firebase</dc:title>
  <dc:subject>PptxGenJS Presentation</dc:subject>
  <dc:creator>Iyiola Adedamola Richard</dc:creator>
  <cp:lastModifiedBy>Iyiola Adedamola Richard</cp:lastModifiedBy>
  <cp:revision>1</cp:revision>
  <dcterms:created xsi:type="dcterms:W3CDTF">2026-10-15T11:26:16Z</dcterms:created>
  <dcterms:modified xsi:type="dcterms:W3CDTF">2026-10-15T11:26:16Z</dcterms:modified>
</cp:coreProperties>
</file>